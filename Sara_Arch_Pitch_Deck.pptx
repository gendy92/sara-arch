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440680"/>
            <a:ext cx="9144000" cy="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SARA ABU AL-ALA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OFFICE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200400" y="2240280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8EC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Smart Financial Management System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Architecture Firms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926080" y="3383280"/>
            <a:ext cx="3291840" cy="384048"/>
          </a:xfrm>
          <a:prstGeom prst="roundRect">
            <a:avLst>
              <a:gd name="adj" fmla="val 11905"/>
            </a:avLst>
          </a:prstGeom>
          <a:solidFill>
            <a:srgbClr val="1A2E4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0" y="34015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gendy92.github.io/Sara-Arch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809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SYSTEM  ·  2025  ·  CONFIDENTIAL PITCH DECK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firms are losing money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financial chaos.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4114800" cy="114300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920240"/>
            <a:ext cx="54864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20299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Spreadsheet Hell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239572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of Excel files with no single source of truth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920240"/>
            <a:ext cx="4114800" cy="114300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920240"/>
            <a:ext cx="54864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20299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Revenue Leakage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65192" y="239572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Unbilled hours and forgotten expenses eat into profits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4114800" cy="114300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291840"/>
            <a:ext cx="54864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4015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No Project Visibility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" y="376732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tell which projects are profitable vs bleeding money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3291840"/>
            <a:ext cx="4114800" cy="114300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3291840"/>
            <a:ext cx="54864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34015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Time Wasted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65192" y="376732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spent on manual data entry instead of design work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Architecture Office  ·  Financial System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920240"/>
          </a:xfrm>
          <a:prstGeom prst="rect">
            <a:avLst/>
          </a:prstGeom>
          <a:solidFill>
            <a:srgbClr val="0D1F35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8686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system. Every project.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financial control.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Sara's Financial System is purpose-built for architecture offices — tracking every invoice, expense, and project from a single web-based dashboard.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2651760" cy="1737360"/>
          </a:xfrm>
          <a:prstGeom prst="rect">
            <a:avLst/>
          </a:prstGeom>
          <a:solidFill>
            <a:srgbClr val="081525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33375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3703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dirham in &amp; out, per project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834640"/>
            <a:ext cx="2651760" cy="1737360"/>
          </a:xfrm>
          <a:prstGeom prst="rect">
            <a:avLst/>
          </a:prstGeom>
          <a:solidFill>
            <a:srgbClr val="081525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29000" y="33375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3703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client billing in minutes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834640"/>
            <a:ext cx="2651760" cy="1737360"/>
          </a:xfrm>
          <a:prstGeom prst="rect">
            <a:avLst/>
          </a:prstGeom>
          <a:solidFill>
            <a:srgbClr val="081525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6364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63640" y="33375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3703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profitability at a glance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Architecture Office  ·  Financial System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you need to run a financially healthy practice.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743200" cy="160020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904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8928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projects, assign budgets, and track costs in real 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743200" cy="160020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325880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4904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🧾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18928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Invoicing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24028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professional invoices and track payment status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325880"/>
            <a:ext cx="2743200" cy="160020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325880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4904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55080" y="18928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24028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all project expenses with category breakdowns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154680"/>
            <a:ext cx="2743200" cy="160020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154680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3192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11480" y="37216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Reports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406908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profitability view per project and overall office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46120" y="3154680"/>
            <a:ext cx="2743200" cy="160020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3154680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3192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383280" y="37216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83280" y="406908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 — access from any device, anywhere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3154680"/>
            <a:ext cx="2743200" cy="160020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154680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3192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🌙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355080" y="37216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Support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55080" y="406908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localized for Arabic-speaking architecture firms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Architecture Office  ·  Financial System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and running in three simple steps.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658368" cy="6583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90372" y="2075688"/>
            <a:ext cx="0" cy="484632"/>
          </a:xfrm>
          <a:prstGeom prst="line">
            <a:avLst/>
          </a:prstGeom>
          <a:noFill/>
          <a:ln w="19050">
            <a:solidFill>
              <a:srgbClr val="C9A84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234440" y="1417320"/>
            <a:ext cx="749808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417320" y="149047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Project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1837944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project with a client name, budget, and timeline. The system is ready instantly.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658368" cy="6583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60604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90372" y="3218688"/>
            <a:ext cx="0" cy="484632"/>
          </a:xfrm>
          <a:prstGeom prst="line">
            <a:avLst/>
          </a:prstGeom>
          <a:noFill/>
          <a:ln w="19050">
            <a:solidFill>
              <a:srgbClr val="C9A84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234440" y="2560320"/>
            <a:ext cx="749808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17320" y="263347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Income &amp; Expenses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2980944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payments received and expenses paid as they happen. Everything is categorized automatically.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703320"/>
            <a:ext cx="658368" cy="6583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4904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234440" y="3703320"/>
            <a:ext cx="7498080" cy="91440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417320" y="377647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4123944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your profit margins, outstanding invoices, and cash flow with one click.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Architecture Office  ·  Financial System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CHOOSE 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architects,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accountants.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377440"/>
                <a:gridCol w="23774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</a:rPr>
                        <a:t>Sara's System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Generic Software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ECF0"/>
                          </a:solidFill>
                        </a:rPr>
                        <a:t>Architecture-specific workflow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C97A"/>
                          </a:solidFill>
                        </a:rPr>
                        <a:t>✅  Yes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A97A8"/>
                          </a:solidFill>
                        </a:rPr>
                        <a:t>❌  No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ECF0"/>
                          </a:solidFill>
                        </a:rPr>
                        <a:t>Arabic language support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C97A"/>
                          </a:solidFill>
                        </a:rPr>
                        <a:t>✅  Yes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A97A8"/>
                          </a:solidFill>
                        </a:rPr>
                        <a:t>❌  No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ECF0"/>
                          </a:solidFill>
                        </a:rPr>
                        <a:t>Zero setup / web-based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C97A"/>
                          </a:solidFill>
                        </a:rPr>
                        <a:t>✅  Yes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A97A8"/>
                          </a:solidFill>
                        </a:rPr>
                        <a:t>⚠️  Sometimes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ECF0"/>
                          </a:solidFill>
                        </a:rPr>
                        <a:t>Built for small/mid offices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C97A"/>
                          </a:solidFill>
                        </a:rPr>
                        <a:t>✅  Yes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A97A8"/>
                          </a:solidFill>
                        </a:rPr>
                        <a:t>❌  Overkill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2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8ECF0"/>
                          </a:solidFill>
                        </a:rPr>
                        <a:t>Affordable for local firms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C97A"/>
                          </a:solidFill>
                        </a:rPr>
                        <a:t>✅  Yes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A97A8"/>
                          </a:solidFill>
                        </a:rPr>
                        <a:t>❌  Expensive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Architecture Office  ·  Financial System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LAUNCH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app needs to be market-ready.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60520" cy="111556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64008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User Authentication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logout, password reset, and role-based access (admin vs staff)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325880"/>
            <a:ext cx="822960" cy="2286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325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4160520" cy="111556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234440"/>
            <a:ext cx="64008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325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Data Persistence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 real database (Firebase, Supabase) — GitHub Pages has no backend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1325880"/>
            <a:ext cx="822960" cy="2286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13258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74320" y="2496312"/>
            <a:ext cx="4160520" cy="111556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96312"/>
            <a:ext cx="64008" cy="11155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877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PDF Invoice Export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29535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download professional invoices as PDF files to share with clients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0" y="2587752"/>
            <a:ext cx="822960" cy="228600"/>
          </a:xfrm>
          <a:prstGeom prst="roundRect">
            <a:avLst>
              <a:gd name="adj" fmla="val 12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5877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754880" y="2496312"/>
            <a:ext cx="4160520" cy="111556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496312"/>
            <a:ext cx="64008" cy="11155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5877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Mobile Responsive UI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29535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the app works well on phones and tablets, not just desktop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55280" y="2587752"/>
            <a:ext cx="822960" cy="228600"/>
          </a:xfrm>
          <a:prstGeom prst="roundRect">
            <a:avLst>
              <a:gd name="adj" fmla="val 12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25877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74320" y="3758184"/>
            <a:ext cx="4160520" cy="111556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758184"/>
            <a:ext cx="64008" cy="11155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8496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Multi-Project Dashboard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421538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view showing all projects, their status, and total financials at a glance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74720" y="3849624"/>
            <a:ext cx="822960" cy="228600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384962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754880" y="3758184"/>
            <a:ext cx="4160520" cy="1115568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758184"/>
            <a:ext cx="64008" cy="11155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8496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Onboarding &amp; Help Docs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37760" y="421538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tutorial or help guide so new users can get started without support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955280" y="3849624"/>
            <a:ext cx="822960" cy="228600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84962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E18"/>
          </a:solidFill>
          <a:ln w="12700">
            <a:solidFill>
              <a:srgbClr val="060E1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Architecture Office  ·  Financial System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0" y="0"/>
            <a:ext cx="0" cy="514350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777240"/>
            <a:ext cx="9144000" cy="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554480"/>
            <a:ext cx="9144000" cy="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331720"/>
            <a:ext cx="9144000" cy="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108960"/>
            <a:ext cx="9144000" cy="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3886200"/>
            <a:ext cx="9144000" cy="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663440"/>
            <a:ext cx="9144000" cy="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5440680"/>
            <a:ext cx="9144000" cy="0"/>
          </a:xfrm>
          <a:prstGeom prst="line">
            <a:avLst/>
          </a:prstGeom>
          <a:noFill/>
          <a:ln w="6350">
            <a:solidFill>
              <a:srgbClr val="1A2E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7315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TRANSFORM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PRACTICE?</a:t>
            </a:r>
            <a:endParaRPr lang="en-US" sz="3400" dirty="0"/>
          </a:p>
        </p:txBody>
      </p:sp>
      <p:sp>
        <p:nvSpPr>
          <p:cNvPr id="24" name="Shape 22"/>
          <p:cNvSpPr/>
          <p:nvPr/>
        </p:nvSpPr>
        <p:spPr>
          <a:xfrm>
            <a:off x="3200400" y="2286000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system live — no installation required.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743200" y="2971800"/>
            <a:ext cx="3657600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43200" y="2990088"/>
            <a:ext cx="36576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the App 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gendy92.github.io/Sara-Arch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09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Sara Abu Al-Ala Architecture Office  ·  All Rights Reserved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Sara Architecture Office - Financial System</dc:title>
  <dc:subject>PptxGenJS Presentation</dc:subject>
  <dc:creator>PptxGenJS</dc:creator>
  <cp:lastModifiedBy>PptxGenJS</cp:lastModifiedBy>
  <cp:revision>1</cp:revision>
  <dcterms:created xsi:type="dcterms:W3CDTF">2026-06-08T04:37:54Z</dcterms:created>
  <dcterms:modified xsi:type="dcterms:W3CDTF">2026-06-08T04:37:54Z</dcterms:modified>
</cp:coreProperties>
</file>